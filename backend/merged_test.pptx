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78CF-CF0D-2DE4-E453-BAA1EE1BE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B3680-23C3-F7A4-AE41-129197277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2523C-4394-0FC2-3C16-E4FCFF766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5608B-FA75-8E2E-901A-77A4B4AA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88E6E-098E-5769-167E-1B137B6D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41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006E-C24B-6983-5E96-8C9C6800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CDC62-ABC2-334E-E454-81A18CD90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1EE20-1AFB-884B-D3AA-E81980CE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BA559-9389-0EA4-11AA-CB61586C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67DC7-C860-33C5-1948-B2479CA0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36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33C8-5FDF-D0B1-0F29-7D58B30F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4BC2A-A845-8F42-8CAE-AF59B7FC8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76F7-AE2D-C212-D09C-673A163B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B78A0-0FAB-778A-74BE-AFAE60EA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75FA4-7201-5CBF-742D-01E6AE5F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97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AF-35D6-F7A0-3FCA-003061A9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2F609-E496-E245-D2C7-50CC294CB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5A04-D2BF-26A5-2B6C-BCAC1FE81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3BE9A-06A2-263B-60FB-0CCF3B0F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BEBE0-348F-83E1-EFD7-123BA69F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0C948-FF4F-26B8-B2DF-A108DFF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19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F03A-35C9-C955-383C-5CC6C688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AD9CB-FDF5-6BA6-AABB-6F1F72DD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401F0-8264-CCC5-F792-997D7D8FB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96D56-FB7E-F3CD-82B7-130877D02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633FF-FF91-725B-6BB2-E6D977134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DF041-B13C-45F5-1D40-3659E0C4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968A52-FA1E-023C-47C1-56BDBB8B3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32673-34A0-2F14-8A90-8436BC56A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3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F984-C858-CC73-9A3D-ADE1D5BC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F958F3-05B6-1CE7-E306-7D803798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AF0C0-4DAC-3978-F5EA-D908887B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9442D-8B61-660D-1B5D-843DE9B0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452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AC55F-D231-6F8C-7D46-30A6599C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36DA0-CE51-3987-B856-E1E159F2F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D9CB8-7175-2195-55AD-8E2CD741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93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6417-0FDA-1538-8C8E-28630E909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921EE-6CE3-44DB-5F11-36861F3EB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64ED1-FE3F-1B5C-73B3-EBBE6CB26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321A8-5AF8-A92F-E216-26E4ECFE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718D7-86AA-D34D-04F0-8459C292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BB8A5-F5E1-C9F5-7945-A0B6AF401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359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898B-4AD8-4E7B-133A-9E6739C9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82072-E2AA-8550-EE3F-57DCCA1D0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33A6B-4811-1251-982D-6C2D62045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27BFC-432B-0A26-1ECE-132B66F31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B2A51-8067-6A2B-95CA-D7C470BF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2D806-8DF6-DB47-DE02-B3930E6C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34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2987-8E18-06BA-176E-285CCD99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93491-6B0A-B5E9-4DC0-17799F109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39819-6963-95B2-EFF9-343170CF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6B33A-D3D5-D57F-EC32-AFD17FF3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A35FA-E5E6-FFB8-7CF0-6CC406CD5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04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0AD4A-0486-570B-8140-4589CDCDB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4178A-5008-6900-7A71-07E6D1371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F66DE-1C6F-1255-2887-78FBF648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A9CC0-5CC8-B594-301A-BF3F6F69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00540-5941-BAA3-50D4-A2C07A0C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91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E074B-7FAB-AA02-D9B2-4C44CB82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1A69-E534-5A33-7ADD-1660D349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7A948-0D0E-AC80-4C2A-2667BE2B4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E034B-1D3D-4CD4-A8D1-A0F092F534B2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2CBE7-2063-EAF9-0D00-8CC7289C6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F4B2D-ECC5-ACBD-A96B-B842890CE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63F59-EFCB-45BF-96BA-6B9409DB9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54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6353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Second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013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First Presentation</vt:lpstr>
      <vt:lpstr>Second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Shripal Rathod</dc:creator>
  <cp:lastModifiedBy>Shripal Rathod</cp:lastModifiedBy>
  <cp:revision>1</cp:revision>
  <dcterms:created xsi:type="dcterms:W3CDTF">2026-02-25T12:55:27Z</dcterms:created>
  <dcterms:modified xsi:type="dcterms:W3CDTF">2026-02-25T12:55:27Z</dcterms:modified>
</cp:coreProperties>
</file>