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4CD13-6359-96E6-E057-C5CC418107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B29BA-F888-2997-CB2B-B54E37EED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9C249-E46F-9687-0F16-CC1261C3A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FBAE0-BFB4-D2E5-CF8C-0D2A98FC5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2205E-7BD8-6BEC-6575-6032CE75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151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CA75E-24E1-EB4C-7FF4-D8178BCEF6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0125F-8131-BB63-714E-989A5976E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E5505-21D4-ABDB-3391-0E33D005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1A45E-9576-6D32-9D0D-8925119DD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07F805-CE02-BCCC-449E-1B43A9DA0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141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DD25C-3E3D-3581-6BBF-5034AA85B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B920A-A3A6-3966-2890-81B7EE3B35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C9B25-B643-126F-BD51-2F12416BB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065DA-976A-EC4E-2120-68C23B917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286D2-C685-544D-E12E-8526A591A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2969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0EC1C-7101-B319-42CA-94FD40755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4CDC-485A-C247-6B5E-701DCE18CE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91B052-7B23-EEDB-7EDF-517FD60279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097C6-FD4D-E15C-A59D-88E76C5B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4B321-51FF-0D3C-80A3-829CDF35D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49B6EC-31E0-37E5-F6A5-1D367C2FC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888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D4D65-A467-E61C-3962-35A345191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118D7-B908-E2B1-D02E-DC1D9DC4DA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C70D1-E6E4-4052-C38F-03D8591C7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EA982F-BC64-92E5-1372-6BB8CFEF14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6B7F73-B647-62D2-6430-50EF784067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BC5821-3334-2100-B4D1-EA853F92B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8F486B-E565-03E0-65A0-A5A184446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2EB541-9E41-D74F-A141-B9E3143CA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6328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2A91-E7AD-66EF-B9A5-D01A5F1A1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A61423-4E3A-DE1A-9DA3-42650D9556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CBF939-53EB-4245-937C-FDCA736C7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653ED-9852-2319-9DB1-D75FF3C2E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23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0888C-74E5-FD44-B6E9-71C7715E7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6AF138-7DF3-84EC-6487-A83D8AB9D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61EA66-43D2-02F3-DC67-E3C37A0D3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188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F4F2B-0984-A083-1A23-B4CAF7C32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1FC4E-DFBF-C89F-39CB-5740B73D00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BD09EB-240D-2EE4-3845-A4108C1A3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52955-9AA7-41E3-4BD5-0829D989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4EF365-2F1A-24BC-9EFE-803FC4173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DF7FC3-8FF3-6BE8-392F-40CC4A608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736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444F-87A7-610A-30D5-B725816DDE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FB25F7-2C10-B164-1B40-CCBBB2B1B4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DB0C4A-CEDB-EBCC-12EF-1A387FA6B2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B017D1-5125-2A36-BE1C-D0F5F34F7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6565BE-CF63-7ABA-92F8-C90A94928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7551CB-4AB6-1B53-E5B4-8077C5FEA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472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968D7-81AC-FCE7-E2EC-D0A0A5C80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26CF1F-C3A4-2D49-373E-AD7D590BA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1874D4-7F96-7C30-78E5-C2167E1A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A9F4B-B02F-BE17-4B5B-75BCEE412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6DBB6-AD1B-29AF-BF3C-1D30F88FF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477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E2AFEA-290C-A809-9B9B-345B031D2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123668-D566-EC8B-6ADE-BB7BD98EFA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FAECF-229D-1889-BBE5-0F3684B5C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3BBFA3-EA83-A30D-3F48-D9E716331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7F904-354A-0826-18E2-50BD3B84B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130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068F5F-F6A3-EFEA-F246-3F21F6F73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34D585-3F32-16E3-B842-2706A5347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DBA44-B39A-EEB1-58CD-C0CE78ADC8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ABE2CB-9949-46F7-B9AC-823A8C91D02E}" type="datetimeFigureOut">
              <a:rPr lang="en-IN" smtClean="0"/>
              <a:t>25-02-2026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A43FB-9543-A58A-2009-CEC2B314B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F409D-09D4-355D-16E1-D79A9961C1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D87CD-050D-4A91-BFDC-2B5833637C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72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First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7553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Second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4295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First Presentation</vt:lpstr>
      <vt:lpstr>Second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Shripal Rathod</dc:creator>
  <cp:lastModifiedBy>Shripal Rathod</cp:lastModifiedBy>
  <cp:revision>1</cp:revision>
  <dcterms:created xsi:type="dcterms:W3CDTF">2026-02-25T13:09:39Z</dcterms:created>
  <dcterms:modified xsi:type="dcterms:W3CDTF">2026-02-25T13:09:39Z</dcterms:modified>
</cp:coreProperties>
</file>